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slide 4. Important talking points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for Contextify Deep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  <a:p>
            <a:r>
              <a:t>Third bullet point with 한글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has speaker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